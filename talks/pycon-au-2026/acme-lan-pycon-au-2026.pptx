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[0:00] Hi — five minutes, so I am going to talk quickly.
acme-lan: an internal ACME server that hands out REAL, publicly-trusted certificates to hosts the internet has never heard of.
Pause on the joke about ACME Corp only if the room is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[0:12] Here is the shape of the problem. One name, two worlds.
db.example.net is a real name in a real public zone. On the LAN it resolves to a private IP.
Let's Encrypt will happily certify that name — it just has to be able to check you own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[0:32] Quick recap of how ACME actually works, because the whole talk hangs off it.
A CA will certify any name you can prove you control, and there are three ways to prove it: serve a token over HTTP, answer a special TLS handshake, or publish a TXT record.
Only the last one works when the CA can never reach the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[0:54] One prerequisite, and it is not negotiable: the names on your LAN have to be real, public names. No .local, no .internal, no .lan — a public CA will not certify a name nobody owns.
The good news is that split-horizon DNS stopped being painful. unbound and dnsmasq will override just the names you host and pass the rest of the zone straight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[1:12] The three usual answers, and why I stopped liking all of them.
Tokens everywhere: a zone-wide credential on a printer. Private CA: now distribute a root to every device anyone ever brings. Self-signed: every browser warning you have ever clicked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[1:32] The idea is one sentence: be an ACME server on the inside, and an ACME client on the outside.
Your clients change exactly one thing — the directory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[1:48] The architecture. Client talks ACME to me over the LAN and proves control with http-01 or tls-alpn-01. I turn around, open an order at the real CA for the same names, and prove control with DNS-01 — writing the TXT into a zone I delegated for exactly this.
Only this one box holds a DNS credential, and it is a small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[2:18] This is the one design decision that actually matters.
At finalize, the client sends me its CSR. I do not generate a key. I forward that same CSR upstream. So the cert that comes back matches the private key that never left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[2:38] So where do the DNS credentials live? Three options, and they get better on two axes at once: how much a leaked credential can do, and how many places you have to go when you rotate it.
Option two — CNAME _acme-challenge at a zone of its own — is the trick I promised you earlier. Option three is this project: keep that narrow credential, and put it in exactly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[3:08] That is the whole core idea. Everything after this is scope creep I am happy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[3:14] Extra number one: the things that will never run an ACME client at all.
Register the box as a managed host and acme-lan does issuance, installation and renewal for it.
Preferred mode: we fetch a CSR the DEVICE generated, sign it, and push back only the certificate.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[3:36] And yes, it has a dashboard. Every issued cert, what it is for, which device it was pushed to, and a live health badge — not what the database thinks, what the endpoint is actually serving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[3:52] The health column is the bit I use most. It opens a raw TLS connection and reads the leaf certificate — so it works for LDAPS and SMTPS, not just HTTPS. Ten days left on the ESXi box, and it tells me before the ticket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[4:08] Should you use it? Maybe! Which is a stronger answer than it sounds.
If your hosts reach the internet and can hold DNS credentials, you do not need me. But if you want delegated DNS-01 with the clients you already have, the alternative — as far as I know — is standing up acme-dns, and that is more work than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[4:26] The Python, quickly. FastAPI and async SQLAlchemy, Alembic migrations that run on container start. The upstream client is certbot's own acme library — the reference implementation is right there on PyPI. And the end-to-end tests run against Pebble, a real ACME CA that issues deliberately awful certificates.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[4:42] One docker run, defaults to Let's Encrypt staging so you cannot hurt yourself. MIT, on GitHub.
Thank you — no questions, lightning talk rules — but I will be in the hallway and my printer finally has a valid certificate.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[appendix] Do not present these. They are here for the hallway conversation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[appendix] Prior art. acme-dns is a tiny DNS server whose entire job is answering _acme-challenge — a lovely idea, but it is an internet-facing DNS server to run, and clients have to speak acme-dns, which most appliances never will.
acme2certifier is an ACME server that fronts other CAs through ca_handler plugins; that is where acme-lan's private-CA handler comes from. Neither did the split-horizon and device-push half I wanted, so acme-lan borrows from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[appendix] Two challenge conversations, and they are completely independent.
Downstream — proving to me, on the LAN — is http-01 or tls-alpn-01, so a box that only speaks TLS is fine.
Upstream — proving to Let's Encrypt — is DNS-01 by default, or edge http-01 if you are actually publicly reachable.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1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685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18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certbot certonly --server http://acme-lan.lan:8000/acme/directory -d db.example.net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544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2F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acme-lan</a:t>
            </a:r>
            <a:endParaRPr lang="en-US" sz="9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461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publicly-trusted certificates for the hosts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internet can never reach.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434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18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relation to the anvil company. Although both are elaborate schemes that mostly work.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18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PyCon AU 2026  ·  Brisbane  ·  lightning talk  ·  github.com/smallsam/acme-lan  ·  MIT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name, two worlds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" y="167335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F55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VIEW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2002536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db.example.net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2532888"/>
            <a:ext cx="48097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reachable. No open ports. Possibly no A record at all.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 cannot knock on this door.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99632" y="141732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67335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8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 VIEW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002536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db.example.net → 192.168.3.5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532888"/>
            <a:ext cx="48097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Split-horizon DNS. A real public domain, pointed at a box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lives behind your firewall forever.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4069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 does not need to reach the box. </a:t>
            </a:r>
            <a:pPr indent="0" marL="0">
              <a:buNone/>
            </a:pPr>
            <a:r>
              <a:rPr lang="en-US" sz="25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needs proof you control the name.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proof is a TXT record. Which means someone has to hold DNS credentials.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dns-01: prove the name, not the network path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ACME actually works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 will certify any name you can prove you control. Three ways to prove it: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94360" y="1783080"/>
            <a:ext cx="3529584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203911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B1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HTTP-01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2368296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a token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86968" y="2944368"/>
            <a:ext cx="29443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at /.well-known/acme-challenge/… and the CA fetches it over port 80.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25112" y="1783080"/>
            <a:ext cx="3529584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7720" y="203911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B1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TLS-ALPN-01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2368296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 handshake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2944368"/>
            <a:ext cx="29443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rides inside a special TLS handshake on 443. No HTTP server needed. (RFC 8737)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55864" y="1783080"/>
            <a:ext cx="3529584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1F8A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48472" y="203911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8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DNS-01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2368296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TXT record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2" y="2944368"/>
            <a:ext cx="29443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_acme-challenge.&lt;name&gt;. The CA looks it up. Nothing of yours has to be reachable at all.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4800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LAN host can never answer the first two from the internet. So: dns-01.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CA never has to see your host — only your proof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prerequisite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1704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internal names have to be public names.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94360" y="210312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F553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235915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F55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NEGOTIABLE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2688336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.local. No .internal. No .lan.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86968" y="3264408"/>
            <a:ext cx="48097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CA will not certify a name nobody owns. You need a real, registered zone.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time to use that two-letter domain you have been hoarding.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9632" y="210312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1F8A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235915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8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NEWS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688336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horizon stopped hurting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264408"/>
            <a:ext cx="48097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second copy of the zone to keep in sync. Override only the names you host on the LAN; everything else resolves normally.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9834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0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unbound   local-zone: "example.net." transparent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0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dnsmasq   address=/db.example.net/192.168.3.5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line per host, and the rest of your zone never notices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usual answers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94360" y="1481328"/>
            <a:ext cx="3529584" cy="356616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" y="173736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F55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2066544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token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host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3099816"/>
            <a:ext cx="29443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box that needs a cert now holds a credential that can rewrite your whole zone.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the printer.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25112" y="1481328"/>
            <a:ext cx="3529584" cy="356616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173736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F55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B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066544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own CA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099816"/>
            <a:ext cx="29443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Genuinely fine — until you have to install that root on every laptop, phone, CI runner and contractor.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55864" y="1481328"/>
            <a:ext cx="3529584" cy="356616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48472" y="173736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F55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C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348472" y="2066544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Self-signed and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away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3099816"/>
            <a:ext cx="29443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standard.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browser warning you have clicked through, and every one you have taught somebody else to click through.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5212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Yes — you can shrink that token by delegating _acme-challenge to a zone of its own. Hold that thought; we come back to it.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three work. none of them made me happy.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idea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3716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an ACME server.</a:t>
            </a:r>
            <a:endParaRPr lang="en-US" sz="4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an ACME client.</a:t>
            </a:r>
            <a:endParaRPr lang="en-US" sz="4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 in the middle.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8229600" y="1463040"/>
            <a:ext cx="3383280" cy="2926080"/>
          </a:xfrm>
          <a:prstGeom prst="roundRect">
            <a:avLst>
              <a:gd name="adj" fmla="val 2813"/>
            </a:avLst>
          </a:prstGeom>
          <a:solidFill>
            <a:srgbClr val="EDE8FD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22208" y="171907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B1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DIFF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522208" y="2048256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line.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522208" y="2578608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8555 both directions, so certbot, acme.sh and the ACME client already built into Proxmox need no plugin, no patch and no idea anything unusual is happening.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800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E0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--server https://acme-v02.api.letsencrypt.org/directory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E0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--server http://acme-lan.lan:8000/acme/directory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stock clients only. nothing that needs a custom hook script.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architecture, all of it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108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221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certbot · acme.sh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157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proxmox · truenas · unmodified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26280" y="1965960"/>
            <a:ext cx="3154680" cy="1417320"/>
          </a:xfrm>
          <a:prstGeom prst="roundRect">
            <a:avLst>
              <a:gd name="adj" fmla="val 5806"/>
            </a:avLst>
          </a:prstGeom>
          <a:solidFill>
            <a:srgbClr val="4B18E8"/>
          </a:solidFill>
          <a:ln w="31750">
            <a:solidFill>
              <a:srgbClr val="4B18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2219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acme-lan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7157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18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 server  +  ACME client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49640" y="1965960"/>
            <a:ext cx="3108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49640" y="2221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Encrypt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27157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ZeroSSL · EAB CA · private CA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03320" y="2674620"/>
            <a:ext cx="777240" cy="0"/>
          </a:xfrm>
          <a:prstGeom prst="line">
            <a:avLst/>
          </a:prstGeom>
          <a:noFill/>
          <a:ln w="28575">
            <a:solidFill>
              <a:srgbClr val="4B18E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726680" y="2674620"/>
            <a:ext cx="777240" cy="0"/>
          </a:xfrm>
          <a:prstGeom prst="line">
            <a:avLst/>
          </a:prstGeom>
          <a:noFill/>
          <a:ln w="28575">
            <a:solidFill>
              <a:srgbClr val="4B18E8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2857500" y="1051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  downstream
</a:t>
            </a:r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http-01 / tls-alpn-01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880860" y="1051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  upstream
</a:t>
            </a:r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dns-01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99048" y="3383280"/>
            <a:ext cx="0" cy="777240"/>
          </a:xfrm>
          <a:prstGeom prst="line">
            <a:avLst/>
          </a:prstGeom>
          <a:noFill/>
          <a:ln w="28575">
            <a:solidFill>
              <a:srgbClr val="4B18E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977640" y="4160520"/>
            <a:ext cx="4251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77640" y="43159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delegated _acme-challenge zone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977640" y="46451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1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_acme-challenge.db.example.net  TXT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549640" y="4114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box on the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 with a DNS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is this one.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~5k lines of Python standing between two ACME conversations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decision that matters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2344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acme-lan forwards your CSR upstream.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841248" y="2505456"/>
            <a:ext cx="237744" cy="237744"/>
          </a:xfrm>
          <a:prstGeom prst="ellipse">
            <a:avLst/>
          </a:prstGeom>
          <a:solidFill>
            <a:srgbClr val="1F8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98448" y="24231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issued cert matches the key the client already has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41248" y="3163824"/>
            <a:ext cx="237744" cy="237744"/>
          </a:xfrm>
          <a:prstGeom prst="ellipse">
            <a:avLst/>
          </a:prstGeom>
          <a:solidFill>
            <a:srgbClr val="1F8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98448" y="30815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acme-lan never sees, stores or transmits that private key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41248" y="3822192"/>
            <a:ext cx="237744" cy="237744"/>
          </a:xfrm>
          <a:prstGeom prst="ellipse">
            <a:avLst/>
          </a:prstGeom>
          <a:solidFill>
            <a:srgbClr val="1F8A4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98448" y="373989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is just ACME again — no state to keep in sync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54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= upstream.new_order(csr_from_the_client)   # not one we made up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proxy that generated its own keys would be a very expensive self-signed cert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DNS credentials live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94360" y="1325880"/>
            <a:ext cx="3529584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F55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" y="158191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F55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1911096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creds,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host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2898648"/>
            <a:ext cx="29443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 that can rewrite the whole zone — your MX, your website — copied onto every box that needs a cert.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Rotating means touching all of them.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25112" y="1325880"/>
            <a:ext cx="3529584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4B18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158191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B1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1911096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Delegated creds,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host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2898648"/>
            <a:ext cx="29443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CNAME _acme-challenge to a zone of its own, so the token can only write there.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smaller blast radius. Still on every box, still rotated everywhere.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55864" y="1325880"/>
            <a:ext cx="3529584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1F8A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48472" y="158191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8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3  ·  ACME-LAN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348472" y="1911096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Delegated creds,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host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2898648"/>
            <a:ext cx="29443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narrow token, held in one place. Every other box speaks plain ACME and holds nothing at all.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it once.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5074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axes at once: </a:t>
            </a:r>
            <a:pPr indent="0" marL="0">
              <a:buNone/>
            </a:pPr>
            <a:r>
              <a:rPr lang="en-US" sz="21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leaked credential can do, and how many places you have to fix.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CNAME is the good idea. one holder for it is the better one.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B1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77240" y="20116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F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the core.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429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after this is scope creep I’m happy about —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reason I actually still run it.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18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things that will never run ACME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94360" y="137160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1F8A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" y="162763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8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DEVICE   (PREFERRED)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1956816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never leaves the box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2532888"/>
            <a:ext cx="480974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 CSR the device generated itself, sign it upstream, push back only the certificate.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secret ever crosses the wire.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99632" y="137160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4B18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62763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B1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LOCAL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1956816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the key and push both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532888"/>
            <a:ext cx="480974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gear that cannot generate a CSR. The key is stored encrypted — never in plaintext at rest — and the UI tells you off about it anyway.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4754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happens through deploy plugins: local (write files, run a reload) and ssh (SFTP + reload).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network gear is driven over SSH, so a vendor plugin is one class and a list of PluginFields.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ESXi · iDRAC · iLO · switches · printers · NAS · load balancers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comes with a dashboard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417320"/>
            <a:ext cx="4434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certificate, every managed host, one page.
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health badges are a raw TLS probe, not a database lookup.
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link back to the device they were pushed to, and back again.
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warnings, retire-when-done, email + webhook notifications.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312664" y="1216152"/>
            <a:ext cx="6345936" cy="4791456"/>
          </a:xfrm>
          <a:prstGeom prst="roundRect">
            <a:avLst>
              <a:gd name="adj" fmla="val 1336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pic>
        <p:nvPicPr>
          <p:cNvPr id="8" name="Image 0" descr="/home/user/acme-lan/talks/pycon-au-2026/img/dashboard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98448"/>
            <a:ext cx="6181344" cy="46268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/api/certificates · GET /api/hosts · POST /api/health/probe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health, not a spreadsheet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57784" y="1152144"/>
            <a:ext cx="11073384" cy="2688336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pic>
        <p:nvPicPr>
          <p:cNvPr id="7" name="Image 0" descr="/home/user/acme-lan/talks/pycon-au-2026/img/certs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10908792" cy="25237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7784" y="3941064"/>
            <a:ext cx="519379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pic>
        <p:nvPicPr>
          <p:cNvPr id="9" name="Image 1" descr="/home/user/acme-lan/talks/pycon-au-2026/img/pr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23360"/>
            <a:ext cx="5029200" cy="216712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4041648"/>
            <a:ext cx="5623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raw TLS handshake.
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HTTP request that assumes port 443 speaks HTTP.
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LDAPS. SMTPS. That one appliance on 8443. Anything that completes a handshake gets an honest answer: expiry, chain trust, SAN match, self-signed.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you use this? Maybe!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1100023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417320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hosts reach the internet and can hold DNS creds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417320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certbot + a DNS plugin. You don’t need me.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" y="2478024"/>
            <a:ext cx="1100023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478024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reverse proxy already fronts everything you own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478024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 or Traefik. Two lines of config.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4360" y="3538728"/>
            <a:ext cx="1100023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538728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run a private CA and push a root everywhere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3538728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step-ca / smallstep. Genuinely excellent.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4599432"/>
            <a:ext cx="11000232" cy="896112"/>
          </a:xfrm>
          <a:prstGeom prst="roundRect">
            <a:avLst>
              <a:gd name="adj" fmla="val 7143"/>
            </a:avLst>
          </a:prstGeom>
          <a:solidFill>
            <a:srgbClr val="EDE8FD"/>
          </a:solidFill>
          <a:ln w="25400">
            <a:solidFill>
              <a:srgbClr val="4B1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599432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delegated DNS-01 — with the clients you already have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4599432"/>
            <a:ext cx="4800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This. The alternative is standing up acme-dns.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at least easier than the thing I would otherwise be telling you to build.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4B18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Python bits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9436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" y="1536192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async SQLAlchemy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50392" y="1938528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app. RFC 8555 endpoints, REST API, and the SPA, all from one process.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55664" y="1536192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certbot’s own acme library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55664" y="1938528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implementation is on PyPI. I did not write an ACME client.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2944368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0392" y="3108960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3511296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CSRs, signing, and the raw TLS probe behind every health badge.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99632" y="2944368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55664" y="3108960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on startup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55664" y="3511296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 migrates itself. Upgrades are docker pull.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94360" y="4517136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0392" y="4681728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+ pytest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" y="5084064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ACME CA in a container that issues deliberately terrible certs. e2e for the whole chain.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199632" y="4517136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55664" y="4681728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Playwright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455664" y="5084064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dashboard, and UI tests in CI. Sorry — that bit is not Python.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uv sync &amp;&amp; uv run acme-lan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B1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772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F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77240" y="1691640"/>
            <a:ext cx="10789920" cy="1965960"/>
          </a:xfrm>
          <a:prstGeom prst="roundRect">
            <a:avLst>
              <a:gd name="adj" fmla="val 4186"/>
            </a:avLst>
          </a:prstGeom>
          <a:solidFill>
            <a:srgbClr val="2E0C93"/>
          </a:solidFill>
          <a:ln w="12700">
            <a:solidFill>
              <a:srgbClr val="5B2B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51560" y="1874520"/>
            <a:ext cx="10241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2F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acme-lan -p 8000:8000 -v acme-lan-data:/app/data \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2F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ACME_LAN_EXTERNAL_URL="http://acme-lan.example.net:8000" \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2F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ACME_LAN_SECRET_KEY="$(...fernet key...)" \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2F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ACME_LAN_DNS_PROVIDER="cloudflare" \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2F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ghcr.io/smallsam/acme-lan:latest      # defaults to LE staging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931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github.com/smallsam/acme-lan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572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18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· docs for deployment, plugins and key handling in the repo · issues and vendor plugins very welcome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166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C2F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Thanks. No questions — lightning talk rules — but I’m in the hallway,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C2F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my printer finally has a certificate nobody has to click through.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B1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77240" y="20116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F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429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art, and the bit about challenge directions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did not fit in five minutes.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18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the hallway track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art I borrowed from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94360" y="13716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4B1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6968" y="162763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B1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ACME-DNS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86968" y="1956816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DNS server with one opinion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2532888"/>
            <a:ext cx="480974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entire job is answering _acme-challenge, and it expires its own records. Lovely idea — but it is an internet-facing DNS server you run, and clients have to speak acme-dns. Most appliances never will.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acme-lan ships a provider for it anyway.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99632" y="13716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4B18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62763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B1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ACME2CERTIFIER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956816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in front of other CAs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532888"/>
            <a:ext cx="480974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Fronts a CA that is not Let’s Encrypt through ca_handler plugins. That is exactly where acme-lan’s private-CA handler comes from.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 does not do the split-horizon or device-push half.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892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B1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solve part of it. Neither solved it the way I wanted — so this borrows from both.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appendix · standing on shoulders, then wandering off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325880" y="3291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challenges, two directions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94360" y="1417320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6968" y="167335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  ·  PROVE IT TO ME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86968" y="2002536"/>
            <a:ext cx="4809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http-01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tls-alpn-01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3127248"/>
            <a:ext cx="480974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 if the box has a web server.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8737 over port 443 if it does not — the challenge rides in the TLS handshake itself.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Whichever listener the appliance already has.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99632" y="1417320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FC6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67335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B1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UPSTREAM  ·  PROVE IT TO THEM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002536"/>
            <a:ext cx="4809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dns-01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http-01 at the edge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3127248"/>
            <a:ext cx="480974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dns-01 (default): nothing needs to be publicly reachable. Ever.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http-01: faster than DNS propagation, but you need a public IP and a wildcard A record.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env var switches it.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appendix · ACME_LAN_UPSTREAM_CHALLENGE=dns-01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acme-lan — PyCon AU 2026 lightning talk</dc:title>
  <dc:subject>PptxGenJS Presentation</dc:subject>
  <dc:creator>smallsam</dc:creator>
  <cp:lastModifiedBy>smallsam</cp:lastModifiedBy>
  <cp:revision>1</cp:revision>
  <dcterms:created xsi:type="dcterms:W3CDTF">2026-08-28T08:11:35Z</dcterms:created>
  <dcterms:modified xsi:type="dcterms:W3CDTF">2026-08-28T08:11:35Z</dcterms:modified>
</cp:coreProperties>
</file>